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457200"/>
            <a:ext cx="4114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HRD 워크숍 시리즈 Vol.3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팀빌딩 &amp;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조직문화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워크숍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3611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함께 성장하는 팀 · 신뢰가 만드는 문화 · 성과를 낳는 조직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4206240"/>
            <a:ext cx="41148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2245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Demian Yim  |  임정훈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HRD Specialist · Coach · Facilitator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4480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0" y="274320"/>
            <a:ext cx="2286000" cy="22860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0" y="1645920"/>
            <a:ext cx="1371600" cy="1371600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2286000"/>
            <a:ext cx="914400" cy="914400"/>
          </a:xfrm>
          <a:prstGeom prst="ellipse">
            <a:avLst/>
          </a:prstGeom>
          <a:solidFill>
            <a:srgbClr val="F59E0B">
              <a:alpha val="3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여정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73152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지금 팀빌딩인가?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733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조직심리학 &amp; 연구 근거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67712"/>
            <a:ext cx="73152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3134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" y="23408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발달 5단계 이해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27523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Tuckman 모델 &amp; 실제 적용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346704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346704"/>
            <a:ext cx="73152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39242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" y="341985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심리적 안전감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8313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Project Aristotle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188720"/>
            <a:ext cx="73152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12344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983480" y="12618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 &amp; 갈등의 역학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83480" y="16733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Lencioni 5가지 기능장애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267712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267712"/>
            <a:ext cx="73152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23134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983480" y="23408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워크숍 액티비티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83480" y="27523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정체성 · 문화 진단 · 액션플랜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지금 팀빌딩인가?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Data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920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192024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325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38912" y="237744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고성과 팀의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생산성 우위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333756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Gallup, 2023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14600" y="1143000"/>
            <a:ext cx="1920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143000"/>
            <a:ext cx="192024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325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587752" y="237744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직원들이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협업을 최우선 가치로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87752" y="333756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Deloitte, 2024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1920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143000"/>
            <a:ext cx="192024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1325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2.7×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736592" y="237744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심리적 안전감이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높은 팀의 혁신성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36592" y="333756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re:Work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12280" y="1143000"/>
            <a:ext cx="1920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1143000"/>
            <a:ext cx="192024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325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6885432" y="237744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낮은 신뢰 조직의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이직률 증가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85432" y="333756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 BR, 2022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팀의 질이 조직의 운명을 결정합니다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발달 5단계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Tuckman's Model of Team Development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2606040"/>
            <a:ext cx="27432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15544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155448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08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👋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형성기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2514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1371600" cy="274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9718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구성원들이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서로를 탐색하는 단계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29584" y="2606040"/>
            <a:ext cx="27432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66544" y="1371600"/>
            <a:ext cx="15544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66544" y="1371600"/>
            <a:ext cx="155448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2112264" y="1508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112264" y="2148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혼돈기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112264" y="2514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157984" y="2880360"/>
            <a:ext cx="1371600" cy="274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2112264" y="29718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갈등과 충돌이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표면화되는 단계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30368" y="2606040"/>
            <a:ext cx="27432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67328" y="1371600"/>
            <a:ext cx="15544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67328" y="1371600"/>
            <a:ext cx="155448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3813048" y="1508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813048" y="2148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규범기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813048" y="2514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58768" y="2880360"/>
            <a:ext cx="1371600" cy="274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Text 26"/>
          <p:cNvSpPr/>
          <p:nvPr/>
        </p:nvSpPr>
        <p:spPr>
          <a:xfrm>
            <a:off x="3813048" y="29718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규칙과 신뢰가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형성되는 단계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31152" y="2606040"/>
            <a:ext cx="27432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68112" y="1371600"/>
            <a:ext cx="15544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68112" y="1371600"/>
            <a:ext cx="155448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5513832" y="1508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513832" y="2148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성과기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513832" y="2514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59552" y="2880360"/>
            <a:ext cx="1371600" cy="274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513832" y="29718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고성과가 창출되는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몰입의 단계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168896" y="1371600"/>
            <a:ext cx="15544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168896" y="1371600"/>
            <a:ext cx="155448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9" name="Text 37"/>
          <p:cNvSpPr/>
          <p:nvPr/>
        </p:nvSpPr>
        <p:spPr>
          <a:xfrm>
            <a:off x="7214616" y="1508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7214616" y="2148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해산기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214616" y="2514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Adjourning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260336" y="2880360"/>
            <a:ext cx="1371600" cy="274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3" name="Text 41"/>
          <p:cNvSpPr/>
          <p:nvPr/>
        </p:nvSpPr>
        <p:spPr>
          <a:xfrm>
            <a:off x="7214616" y="29718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팀이 완수 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해산하는 단계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대부분의 팀은 Storming을 회피하려 합니다. 하지만 건강한 갈등 없이는 Performing에 도달할 수 없습니다.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심리적 안전감 (Psychological Safety)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Project Aristotle · Amy Edmondson, Harvard Business School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749808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91440" cy="7498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6128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"팀 내에서 대인관계의 위험을 감수해도 안전하다고 믿는 공유된 믿음"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15270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Amy Edmondson (1999)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4023360" cy="118872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11680"/>
            <a:ext cx="91440" cy="1188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03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구역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24871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고성과 팀의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상태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2331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높은 안전감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높은 성과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2011680"/>
            <a:ext cx="4023360" cy="118872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011680"/>
            <a:ext cx="91440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103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불안 구역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24871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번아웃 위험,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 불가능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0" y="2331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낮은 안전감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높은 성과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4023360" cy="118872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383280"/>
            <a:ext cx="91440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474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안락 구역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38587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편안하지만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 없음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51760" y="3703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높은 안전감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낮은 성과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383280"/>
            <a:ext cx="4023360" cy="11887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383280"/>
            <a:ext cx="91440" cy="1188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474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무관심 구역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937760" y="38587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이직·침묵·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조용한 사직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0" y="3703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낮은 안전감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낮은 성과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Y축: 심리적 안전감 ↑ / X축: 성과 기대 →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팀의 5가지 기능 장애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 Lencioni, The Five Dysfunctions of a Team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32511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결과에 무관심</a:t>
            </a:r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Results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458114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이익 &gt; 팀 성과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43000" y="3593592"/>
            <a:ext cx="6858000" cy="5669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3666744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회피</a:t>
            </a:r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Accountability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25880" y="3922776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서로를 견제하지 않음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0" y="2935224"/>
            <a:ext cx="5486400" cy="5669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300837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헌신 부재</a:t>
            </a:r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Commitment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32644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결정에 동의하지 않음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14600" y="2276856"/>
            <a:ext cx="4114800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23500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갈등 두려움</a:t>
            </a:r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Conflict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97480" y="26060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인공적 화합 유지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1618488"/>
            <a:ext cx="2743200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6916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 부재</a:t>
            </a:r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Trust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19476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취약성을 드러내지 못함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해결 순서: 신뢰 → 갈등 → 헌신 → 책임 → 결과  (아래에서 위로)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· 우리 팀의 정체성 수립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이름 · 핵심 가치 · 팀 규범 만들기  |  소요시간: 40분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5603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56032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188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73736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이름 짓기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75488" y="2286000"/>
            <a:ext cx="2340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팀을 가장 잘 표현하는 이름을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브레인스토밍 → 투표 → 결정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" y="3383280"/>
            <a:ext cx="2340864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3456432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퍼실리테이터 노트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3703320"/>
            <a:ext cx="2340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이름 → 대표성·소속감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143000"/>
            <a:ext cx="25603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143000"/>
            <a:ext cx="256032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3355848" y="1188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1188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55848" y="173736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가치 3가지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355848" y="2286000"/>
            <a:ext cx="2340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포스트잇에 개인 가치 기록 →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 묶기 → Top 3 선정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55848" y="3383280"/>
            <a:ext cx="2340864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3355848" y="3456432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퍼실리테이터 노트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55848" y="3703320"/>
            <a:ext cx="2340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가치 → 행동 기준으로 연결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1143000"/>
            <a:ext cx="25603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143000"/>
            <a:ext cx="2560320" cy="5029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5" name="Text 23"/>
          <p:cNvSpPr/>
          <p:nvPr/>
        </p:nvSpPr>
        <p:spPr>
          <a:xfrm>
            <a:off x="6236208" y="1188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1188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36208" y="173736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규범 작성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236208" y="2286000"/>
            <a:ext cx="2340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'우리 팀은 ~한다/하지 않는다'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형식으로 합의된 규범 문서화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36208" y="3383280"/>
            <a:ext cx="2340864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6236208" y="3456432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퍼실리테이터 노트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36208" y="3703320"/>
            <a:ext cx="2340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규범 → 팀 공간에 게시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F5F3FF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결과물: 팀 차터(Team Charter) 1장으로 정리 → 팀 공간 게시 권장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· 우리 팀 문화 진단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Schein 조직문화 3층 모델 기반  |  소요시간: 30분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7498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1615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인공물 (Artifacts)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727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볼 수 있는 것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13632" y="128016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사무실 환경·복장·의식·언어·조직도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280160" y="2057400"/>
            <a:ext cx="6583680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130552"/>
            <a:ext cx="3621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지지된 가치 (Values)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24871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표방하는 것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45306" y="2194560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미션·비전·사훈·규정·정책·전략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03120" y="2971800"/>
            <a:ext cx="4937760" cy="7498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3044952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가정 (Assumptions)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3401568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믿는 것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76979" y="3108960"/>
            <a:ext cx="2715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무의식적 믿음·당연시 여기는 것들·진짜 문화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840480"/>
            <a:ext cx="9144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8862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진단 질문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206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팀의 인공물은?  →  </a:t>
            </a:r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자랑스러운 문화는?  →  </a:t>
            </a:r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바꾸고 싶은 가정은?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갈등에서 협업으로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건강한 갈등이 팀을 성장시킵니다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402336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4023360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984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기능적 갈등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75564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아이디어·방법에 대한 건강한 논쟁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혁신과 성장의 원천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402336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43000"/>
            <a:ext cx="4023360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984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역기능적 갈등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75564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공격·감정적 대립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신뢰 파괴의 원인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갈등 전환 3단계 프레임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2560320" cy="1417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256032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66928" y="400507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 (Explore)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4370832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상대의 관점 호기심으로 듣기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10128" y="3429000"/>
            <a:ext cx="2560320" cy="1417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10128" y="3429000"/>
            <a:ext cx="256032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3419856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419856" y="400507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이해 (Empathize)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19856" y="4370832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감정과 욕구를 인정하기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63056" y="3429000"/>
            <a:ext cx="2560320" cy="1417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63056" y="3429000"/>
            <a:ext cx="256032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272784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72784" y="400507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(Resolve)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72784" y="4370832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공동의 이해 위에 합의 도출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 · 실천 액션플랜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배움을 내일의 행동으로  |  소요시간: 20분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02336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612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🙋 개인 액션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바꿀 것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9280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188366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주부터 팀원 1인 1:1 대화 시작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7860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56946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의견 충돌 시 먼저 질문하는 습관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6440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25526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성과 인정 표현 구체화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09728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097280"/>
            <a:ext cx="402336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1612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팀 액션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1463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바꿀 것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37760" y="192024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189280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0" y="188366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팀 회의 형식 리뉴얼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260604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57860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0" y="256946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규범 1가지 즉시 도입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329184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326440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0" y="325526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30일 후 팀빌딩 진척 점검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4709160"/>
            <a:ext cx="8412480" cy="301752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32" name="Shape 30"/>
          <p:cNvSpPr/>
          <p:nvPr/>
        </p:nvSpPr>
        <p:spPr>
          <a:xfrm>
            <a:off x="365760" y="4709160"/>
            <a:ext cx="91440" cy="3017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7274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30일 챌린지: 매주 월요일 팀 체크인 5분 — '지난 주 잘된 것 1가지 + 이번 주 집중할 것 1가지'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731520"/>
            <a:ext cx="3200400" cy="3200400"/>
          </a:xfrm>
          <a:prstGeom prst="ellipse">
            <a:avLst/>
          </a:prstGeom>
          <a:solidFill>
            <a:srgbClr val="2563EB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9144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핵심 메시지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위대한 팀은
</a:t>
            </a:r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만들어지는 것이 아니라
</a:t>
            </a:r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선택되는 것입니다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매일의 작은 선택들 — 경청, 인정, 책임 — 이 위대한 팀을 만듭니다.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4114800"/>
            <a:ext cx="2743200" cy="64008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4114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8006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Demian Yim · HRD Specialist · Coach · Facilitator  |  rescuemyself@gmail.com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팀빌딩 &amp; 조직문화 워크숍</dc:title>
  <dc:subject>PptxGenJS Presentation</dc:subject>
  <dc:creator>MAX - Antigravity AI</dc:creator>
  <cp:lastModifiedBy>MAX - Antigravity AI</cp:lastModifiedBy>
  <cp:revision>1</cp:revision>
  <dcterms:created xsi:type="dcterms:W3CDTF">2026-03-15T08:17:09Z</dcterms:created>
  <dcterms:modified xsi:type="dcterms:W3CDTF">2026-03-15T08:17:09Z</dcterms:modified>
</cp:coreProperties>
</file>