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63040" cy="1920240"/>
          </a:xfrm>
          <a:prstGeom prst="rect">
            <a:avLst/>
          </a:prstGeom>
          <a:solidFill>
            <a:srgbClr val="EEF0F4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320040"/>
            <a:ext cx="1463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영역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(1.6×2.1)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테두리 없음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965960" y="320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FLOW~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65960" y="6126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Design Lab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65960" y="8229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HR과 AI를 연결하는 교육을 설계합니다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965960" y="10972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코디네이터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65960" y="12801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임정훈 소장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65960" y="16276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사람과 일의 흐름을 디자인합니다.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65960" y="1874520"/>
            <a:ext cx="594360" cy="182880"/>
          </a:xfrm>
          <a:prstGeom prst="roundRect">
            <a:avLst>
              <a:gd name="adj" fmla="val 25000"/>
            </a:avLst>
          </a:prstGeom>
          <a:solidFill>
            <a:srgbClr val="EEF0F4"/>
          </a:solidFill>
          <a:ln/>
        </p:spPr>
      </p:sp>
      <p:sp>
        <p:nvSpPr>
          <p:cNvPr id="11" name="Text 9"/>
          <p:cNvSpPr/>
          <p:nvPr/>
        </p:nvSpPr>
        <p:spPr>
          <a:xfrm>
            <a:off x="1965960" y="18745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D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교육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615184" y="1874520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EEF0F4"/>
          </a:solidFill>
          <a:ln/>
        </p:spPr>
      </p:sp>
      <p:sp>
        <p:nvSpPr>
          <p:cNvPr id="13" name="Text 11"/>
          <p:cNvSpPr/>
          <p:nvPr/>
        </p:nvSpPr>
        <p:spPr>
          <a:xfrm>
            <a:off x="2615184" y="1874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D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전문가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355848" y="1874520"/>
            <a:ext cx="868680" cy="182880"/>
          </a:xfrm>
          <a:prstGeom prst="roundRect">
            <a:avLst>
              <a:gd name="adj" fmla="val 25000"/>
            </a:avLst>
          </a:prstGeom>
          <a:solidFill>
            <a:srgbClr val="EEF0F4"/>
          </a:solidFill>
          <a:ln/>
        </p:spPr>
      </p:sp>
      <p:sp>
        <p:nvSpPr>
          <p:cNvPr id="15" name="Text 13"/>
          <p:cNvSpPr/>
          <p:nvPr/>
        </p:nvSpPr>
        <p:spPr>
          <a:xfrm>
            <a:off x="3355848" y="18745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D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기업교육 15년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65760" y="23317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경력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496312"/>
            <a:ext cx="310896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420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FLOW~ : AX Design Lab 소장 (Founder)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65760" y="270662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최림종합건축 HRD매니저 (1,420명)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65760" y="28712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관악구 건강관리사업 (KAC 인증프로)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5760" y="3154680"/>
            <a:ext cx="3108960" cy="914400"/>
          </a:xfrm>
          <a:prstGeom prst="rect">
            <a:avLst>
              <a:gd name="adj" fmla="val 6000"/>
            </a:avLst>
          </a:prstGeom>
          <a:solidFill>
            <a:srgbClr val="FFF3E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004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저서 · 스터디 · 커뮤니티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2926080" cy="0"/>
          </a:xfrm>
          <a:prstGeom prst="line">
            <a:avLst/>
          </a:prstGeom>
          <a:noFill/>
          <a:ln w="6350">
            <a:solidFill>
              <a:srgbClr val="E8601C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57200" y="34290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</a:t>
            </a:r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『AI 대전환 시대, 조직은 문화다』</a:t>
            </a:r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(2025)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36118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</a:t>
            </a:r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기업교육 AI스터디</a:t>
            </a:r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운영진 (2025~26)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7490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</a:t>
            </a:r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로유심리학회</a:t>
            </a:r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(2021~24)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8862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</a:t>
            </a:r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교학상장 러닝커뮤니티</a:t>
            </a:r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(2020~23)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3108960" cy="502920"/>
          </a:xfrm>
          <a:prstGeom prst="rect">
            <a:avLst>
              <a:gd name="adj" fmla="val 10909"/>
            </a:avLst>
          </a:prstGeom>
          <a:solidFill>
            <a:srgbClr val="1A233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187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rescuemyself@gmail.com</a:t>
            </a:r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010-5261-9459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3708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flowdesign.ai.kr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11880" y="320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강의 · 프로젝트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11880" y="594360"/>
            <a:ext cx="4617720" cy="0"/>
          </a:xfrm>
          <a:prstGeom prst="line">
            <a:avLst/>
          </a:prstGeom>
          <a:noFill/>
          <a:ln w="15240">
            <a:solidFill>
              <a:srgbClr val="1A23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6583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HD현대오일뱅크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00600" y="694944"/>
            <a:ext cx="0" cy="1828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658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업무플로우 리빌딩 · 실무 자동화 워크숍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11880" y="914400"/>
            <a:ext cx="461772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3611880" y="9326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한국증권금융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00600" y="969264"/>
            <a:ext cx="0" cy="1828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932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AI시대의 리더십 · 팀 AI 전환 전략 코칭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11880" y="1188720"/>
            <a:ext cx="461772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3611880" y="12070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슈피겐코리아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00600" y="1243584"/>
            <a:ext cx="0" cy="1828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1207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업무혁신 워크숍 · 프롬프트 엔지니어링 실습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11880" y="1463040"/>
            <a:ext cx="461772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3611880" y="1481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풀무원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800600" y="1517904"/>
            <a:ext cx="0" cy="1828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1481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실무활용 · 업무효율화 프로젝트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11880" y="1737360"/>
            <a:ext cx="461772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3611880" y="1755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기아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00600" y="1792224"/>
            <a:ext cx="0" cy="1828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1755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핵심가치 내재화 · 조직문화 퍼실리테이션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611880" y="2011680"/>
            <a:ext cx="461772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3611880" y="2029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강서구청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800600" y="2066544"/>
            <a:ext cx="0" cy="1828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20299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실무활용 교육 · 공공 AI 리터러시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11880" y="2286000"/>
            <a:ext cx="461772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3611880" y="23042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한국산업인력공단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800600" y="2340864"/>
            <a:ext cx="0" cy="1828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2040" y="23042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HRD 역량강화 · AI기반 교육설계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11880" y="2560320"/>
            <a:ext cx="461772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dash"/>
          </a:ln>
        </p:spPr>
      </p:sp>
      <p:sp>
        <p:nvSpPr>
          <p:cNvPr id="62" name="Text 60"/>
          <p:cNvSpPr/>
          <p:nvPr/>
        </p:nvSpPr>
        <p:spPr>
          <a:xfrm>
            <a:off x="3611880" y="2578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두원공과대학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800600" y="2615184"/>
            <a:ext cx="0" cy="1828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92040" y="25786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특강 · 교수법 AI 전환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611880" y="2834640"/>
            <a:ext cx="461772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dash"/>
          </a:ln>
        </p:spPr>
      </p:sp>
      <p:sp>
        <p:nvSpPr>
          <p:cNvPr id="66" name="Text 64"/>
          <p:cNvSpPr/>
          <p:nvPr/>
        </p:nvSpPr>
        <p:spPr>
          <a:xfrm>
            <a:off x="3611880" y="28529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일관건축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800600" y="2889504"/>
            <a:ext cx="0" cy="1828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92040" y="28529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실무활용 · 건설업 프로세스 혁신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611880" y="3108960"/>
            <a:ext cx="461772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3611880" y="3127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미원상사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800600" y="3163824"/>
            <a:ext cx="0" cy="1828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92040" y="31272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리터러시 교육 · 비개발자 AI 워크숍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611880" y="3383280"/>
            <a:ext cx="461772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dash"/>
          </a:ln>
        </p:spPr>
      </p:sp>
      <p:sp>
        <p:nvSpPr>
          <p:cNvPr id="74" name="Text 72"/>
          <p:cNvSpPr/>
          <p:nvPr/>
        </p:nvSpPr>
        <p:spPr>
          <a:xfrm>
            <a:off x="3611880" y="3401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그림상회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800600" y="3438144"/>
            <a:ext cx="0" cy="1828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92040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Making · 콘텐츠 제작 워크숍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611880" y="3657600"/>
            <a:ext cx="461772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dash"/>
          </a:ln>
        </p:spPr>
      </p:sp>
      <p:sp>
        <p:nvSpPr>
          <p:cNvPr id="78" name="Text 76"/>
          <p:cNvSpPr/>
          <p:nvPr/>
        </p:nvSpPr>
        <p:spPr>
          <a:xfrm>
            <a:off x="3611880" y="3675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진성리더십실천학회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800600" y="3712464"/>
            <a:ext cx="0" cy="1828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92040" y="36758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리더십 퍼실리테이션 · 진성리더십 워크숍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366760" y="320040"/>
            <a:ext cx="3611880" cy="1051560"/>
          </a:xfrm>
          <a:prstGeom prst="rect">
            <a:avLst>
              <a:gd name="adj" fmla="val 5217"/>
            </a:avLst>
          </a:prstGeom>
          <a:solidFill>
            <a:srgbClr val="FFF3EC"/>
          </a:solidFill>
          <a:ln/>
        </p:spPr>
      </p:sp>
      <p:sp>
        <p:nvSpPr>
          <p:cNvPr id="82" name="Text 80"/>
          <p:cNvSpPr/>
          <p:nvPr/>
        </p:nvSpPr>
        <p:spPr>
          <a:xfrm>
            <a:off x="8458200" y="34747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</a:t>
            </a:r>
            <a:pPr indent="0" marL="0">
              <a:buNone/>
            </a:pPr>
            <a:r>
              <a:rPr lang="en-US" sz="11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해커톤 · 스프린트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8458200" y="548640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· 운영 · 참여 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8458200" y="7132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스파르타코딩클럽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8458200" y="85039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교육AI 해커톤 참여 (2025)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11064240" y="713232"/>
            <a:ext cx="731520" cy="164592"/>
          </a:xfrm>
          <a:prstGeom prst="roundRect">
            <a:avLst>
              <a:gd name="adj" fmla="val 22222"/>
            </a:avLst>
          </a:prstGeom>
          <a:solidFill>
            <a:srgbClr val="E8601C"/>
          </a:solidFill>
          <a:ln/>
        </p:spPr>
      </p:sp>
      <p:sp>
        <p:nvSpPr>
          <p:cNvPr id="87" name="Text 85"/>
          <p:cNvSpPr/>
          <p:nvPr/>
        </p:nvSpPr>
        <p:spPr>
          <a:xfrm>
            <a:off x="11064240" y="7132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8458200" y="100584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기업교육AI스터디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8458200" y="114300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HRD 해커톤 기획·운영 (2026)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1064240" y="1005840"/>
            <a:ext cx="731520" cy="164592"/>
          </a:xfrm>
          <a:prstGeom prst="roundRect">
            <a:avLst>
              <a:gd name="adj" fmla="val 22222"/>
            </a:avLst>
          </a:prstGeom>
          <a:solidFill>
            <a:srgbClr val="E8601C"/>
          </a:solidFill>
          <a:ln/>
        </p:spPr>
      </p:sp>
      <p:sp>
        <p:nvSpPr>
          <p:cNvPr id="91" name="Text 89"/>
          <p:cNvSpPr/>
          <p:nvPr/>
        </p:nvSpPr>
        <p:spPr>
          <a:xfrm>
            <a:off x="11064240" y="10058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기획·운영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8366760" y="1463040"/>
            <a:ext cx="3611880" cy="2286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코칭 · 퍼실리테이션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8366760" y="1673352"/>
            <a:ext cx="3611880" cy="0"/>
          </a:xfrm>
          <a:prstGeom prst="line">
            <a:avLst/>
          </a:prstGeom>
          <a:noFill/>
          <a:ln w="10160">
            <a:solidFill>
              <a:srgbClr val="1A233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412480" y="173736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국제멘탈코칭센터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8412480" y="1874520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코칭 · 멘탈 퍼포먼스 코칭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8412480" y="201168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HRD클럽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8412480" y="2148840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워크숍 퍼실리테이션 · 학습설계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8366760" y="2377440"/>
            <a:ext cx="3611880" cy="2286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자문 · 컨설팅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366760" y="2587752"/>
            <a:ext cx="3611880" cy="0"/>
          </a:xfrm>
          <a:prstGeom prst="line">
            <a:avLst/>
          </a:prstGeom>
          <a:noFill/>
          <a:ln w="10160">
            <a:solidFill>
              <a:srgbClr val="1A233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412480" y="265176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관악구청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8412480" y="2788920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행정 역량 강화 자문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8412480" y="292608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더르아이컨설팅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8412480" y="3063240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코칭 · 조직개발 컨설팅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8366760" y="3246120"/>
            <a:ext cx="3611880" cy="868680"/>
          </a:xfrm>
          <a:prstGeom prst="rect">
            <a:avLst>
              <a:gd name="adj" fmla="val 6316"/>
            </a:avLst>
          </a:prstGeom>
          <a:solidFill>
            <a:srgbClr val="EEF0F4"/>
          </a:solidFill>
          <a:ln/>
        </p:spPr>
      </p:sp>
      <p:sp>
        <p:nvSpPr>
          <p:cNvPr id="105" name="Text 103"/>
          <p:cNvSpPr/>
          <p:nvPr/>
        </p:nvSpPr>
        <p:spPr>
          <a:xfrm>
            <a:off x="8439912" y="3273552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8549640" y="32735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1:1 코칭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10012680" y="3273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임원/팀장/실무자 | 60~90분×3~4회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8439912" y="3474720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8549640" y="34747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워크숍 퍼실리테이션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10012680" y="3474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팀·조직 단위 | 3~8H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8439912" y="3675888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8549640" y="36758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해커톤/스프린트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10012680" y="36758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혁신TF·전략팀 | 7~24H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8439912" y="3877056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8549640" y="38770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교과과정 개발·자문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10012680" y="38770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맞춤형 커리큘럼 설계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3611880" y="3977640"/>
            <a:ext cx="8366760" cy="713232"/>
          </a:xfrm>
          <a:prstGeom prst="rect">
            <a:avLst>
              <a:gd name="adj" fmla="val 7692"/>
            </a:avLst>
          </a:prstGeom>
          <a:solidFill>
            <a:srgbClr val="1A2332"/>
          </a:solidFill>
          <a:ln/>
        </p:spPr>
      </p:sp>
      <p:sp>
        <p:nvSpPr>
          <p:cNvPr id="118" name="Text 116"/>
          <p:cNvSpPr/>
          <p:nvPr/>
        </p:nvSpPr>
        <p:spPr>
          <a:xfrm>
            <a:off x="3703320" y="4005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고객사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3703320" y="4187952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삼성물산 · 현대카드 · SK커뮤니케이션즈 · 삼성전자서비스 · 롯데정보통신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3703320" y="4325112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한국증권금융 · DB손해보험 · 롯데건설 · K-water · HD현대오일뱅크 · 풀무원</a:t>
            </a:r>
            <a:endParaRPr lang="en-US" sz="750" dirty="0"/>
          </a:p>
        </p:txBody>
      </p:sp>
      <p:sp>
        <p:nvSpPr>
          <p:cNvPr id="121" name="Text 119"/>
          <p:cNvSpPr/>
          <p:nvPr/>
        </p:nvSpPr>
        <p:spPr>
          <a:xfrm>
            <a:off x="3703320" y="4462272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기아 · 슈피겐코리아 · 한국산업인력공단 · 관악구청 · 강서구청 · 두원공과대학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365760" y="4800600"/>
            <a:ext cx="11430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65760" y="4828032"/>
            <a:ext cx="11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FLOW~ : AX Design Lab   flowdesign.ai.kr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2026-03-24T08:08:29Z</dcterms:created>
  <dcterms:modified xsi:type="dcterms:W3CDTF">2026-03-24T08:08:29Z</dcterms:modified>
</cp:coreProperties>
</file>