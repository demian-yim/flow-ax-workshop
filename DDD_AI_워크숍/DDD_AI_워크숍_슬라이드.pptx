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0A4A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5624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FLOW~ AX디자인연구소 · AI 코디네이터 임정훈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"/>
            <a:ext cx="12188952" cy="6217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926080"/>
            <a:ext cx="12188952" cy="73152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DDD × AI 반나절 워크숍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EC4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도메인을 코드가 아닌 대화로 설계하는 4시간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4754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AI Study · 반나절(4시간) 입문 과정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5303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B700"/>
                </a:solidFill>
              </a:rPr>
              <a:t>FLOW~ AX디자인연구소 · AI 코디네이터 임정훈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48640"/>
            <a:ext cx="137160" cy="50292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지금 DDD × AI 인가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 없는 프롬프트는 재현 불가능한 마법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972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14400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문제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팀마다 다른 용어, 모호한 요구사항, 재작업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전제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AI는 빠르지만 도메인의 맥락은 사람이 합의해야 한다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해법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DDD의 UL·BC·Event로 공유 언어를 만들고 AI에 전달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결과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프롬프트가 팀 자산이 되고, 결과가 반복 가능해진다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48640"/>
            <a:ext cx="137160" cy="50292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타임테이블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4시간 · 4모듈 · 2브레이크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  <a:gridCol w="4572000"/>
                <a:gridCol w="3200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주제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활동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00:00–00:20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Opening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왜 지금 DDD × AI 인가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미니 진단 · 기대 합의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00:20–01:10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M1 개념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Ubiquitous Language · Bounded Context · Domain Event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3개념 카드 + 팀 토의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01:10–01:20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Break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01:20–02:20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M2 실습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Mini Event Storming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포스트잇 시뮬레이션 + AI 보조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02:20–02:30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Break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02:30–03:20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M3 Canvas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DDD-AI Canvas 9셀 작성 + 프롬프트 설계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CTF 프레임 적용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03:20–04:00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M4 Wrap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팀 발표 · 피드백 · 30-60-90 액션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체크아웃 · 회고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48640"/>
            <a:ext cx="137160" cy="50292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M1 · DDD 핵심 3개념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공유 언어 → 경계 → 사건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657600" cy="438912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12700">
            <a:solidFill>
              <a:srgbClr val="20A4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31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Ubiquitous Language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 전문가와 AI가 공유하는 단일 어휘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657600"/>
            <a:ext cx="3291840" cy="0"/>
          </a:xfrm>
          <a:prstGeom prst="line">
            <a:avLst/>
          </a:prstGeom>
          <a:noFill/>
          <a:ln w="19050">
            <a:solidFill>
              <a:srgbClr val="F5B7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749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1C"/>
                </a:solidFill>
              </a:rPr>
              <a:t>예시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411480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"고객"이 회원/구매자/수혜자로 쪼개지는 순간, 용어집을 만든다.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1737360"/>
            <a:ext cx="3657600" cy="438912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12700">
            <a:solidFill>
              <a:srgbClr val="20A4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828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31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Bounded Context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23774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의미가 일관되는 경계선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0" y="3657600"/>
            <a:ext cx="3291840" cy="0"/>
          </a:xfrm>
          <a:prstGeom prst="line">
            <a:avLst/>
          </a:prstGeom>
          <a:noFill/>
          <a:ln w="19050">
            <a:solidFill>
              <a:srgbClr val="F5B7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3749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1C"/>
                </a:solidFill>
              </a:rPr>
              <a:t>예시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411480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주문/배송/정산이 같은 "주문"을 다르게 쓸 때, 경계로 분리한다.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0" y="1737360"/>
            <a:ext cx="3657600" cy="438912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12700">
            <a:solidFill>
              <a:srgbClr val="20A4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1828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31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Domain Event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12480" y="23774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업무에서 실제로 일어나는 사건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412480" y="3657600"/>
            <a:ext cx="3291840" cy="0"/>
          </a:xfrm>
          <a:prstGeom prst="line">
            <a:avLst/>
          </a:prstGeom>
          <a:noFill/>
          <a:ln w="19050">
            <a:solidFill>
              <a:srgbClr val="F5B7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3749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1C"/>
                </a:solidFill>
              </a:rPr>
              <a:t>예시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12480" y="411480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"주문이 접수되었다", "결제가 실패했다" — 과거시제로 적는다.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48640"/>
            <a:ext cx="137160" cy="50292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M2 · Mini Event Storming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1시간 실습 가이드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972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68680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STEP 1 (10')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4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팀 업무에서 가장 귀찮은 흐름 1개 선택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STEP 2 (15')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4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일어나는 사건을 과거시제로 20개 이상 적기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STEP 3 (15')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4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시간순 정렬 · 중복/충돌 제거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STEP 4 (10')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4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Actor·Command·Policy를 다른 색으로 표시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STEP 5 (10')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4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AI에 Event-Storm Helper 프롬프트 돌려 비교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48640"/>
            <a:ext cx="137160" cy="50292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M3 · DDD-AI Canvas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9셀로 도메인을 압축한다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1F5F9"/>
          </a:solidFill>
          <a:ln w="12700">
            <a:solidFill>
              <a:srgbClr val="20A4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28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15C"/>
                </a:solidFill>
              </a:rPr>
              <a:t>1. Domain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</a:rPr>
              <a:t>해결할 업무 영역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0" y="173736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1F5F9"/>
          </a:solidFill>
          <a:ln w="12700">
            <a:solidFill>
              <a:srgbClr val="20A4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1828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15C"/>
                </a:solidFill>
              </a:rPr>
              <a:t>2. Stakeholders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17720" y="21945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</a:rPr>
              <a:t>관련된 사람·역할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0" y="173736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1F5F9"/>
          </a:solidFill>
          <a:ln w="12700">
            <a:solidFill>
              <a:srgbClr val="20A4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1828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15C"/>
                </a:solidFill>
              </a:rPr>
              <a:t>3. Ubiquitous Language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66760" y="21945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</a:rPr>
              <a:t>핵심 용어 5–10개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15468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1F5F9"/>
          </a:solidFill>
          <a:ln w="12700">
            <a:solidFill>
              <a:srgbClr val="20A4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246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15C"/>
                </a:solidFill>
              </a:rPr>
              <a:t>4. Bounded Contexts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36118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</a:rPr>
              <a:t>의미 경계 2–4개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80560" y="315468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1F5F9"/>
          </a:solidFill>
          <a:ln w="12700">
            <a:solidFill>
              <a:srgbClr val="20A4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3246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15C"/>
                </a:solidFill>
              </a:rPr>
              <a:t>5. Domain Events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17720" y="36118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</a:rPr>
              <a:t>일어나는 사건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0" y="315468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1F5F9"/>
          </a:solidFill>
          <a:ln w="12700">
            <a:solidFill>
              <a:srgbClr val="20A4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66760" y="3246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15C"/>
                </a:solidFill>
              </a:rPr>
              <a:t>6. Pain / Friction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66760" y="36118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</a:rPr>
              <a:t>현재 막히는 지점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457200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2EC4B6"/>
          </a:solidFill>
          <a:ln w="12700">
            <a:solidFill>
              <a:srgbClr val="20A4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663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15C"/>
                </a:solidFill>
              </a:rPr>
              <a:t>7. AI Leverage Points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50292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</a:rPr>
              <a:t>AI가 개입할 지점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80560" y="457200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2EC4B6"/>
          </a:solidFill>
          <a:ln w="12700">
            <a:solidFill>
              <a:srgbClr val="20A4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4663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15C"/>
                </a:solidFill>
              </a:rPr>
              <a:t>8. Prompt Pattern (CTF)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17720" y="50292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</a:rPr>
              <a:t>Context/Task/Format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0" y="457200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1F5F9"/>
          </a:solidFill>
          <a:ln w="12700">
            <a:solidFill>
              <a:srgbClr val="20A4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66760" y="4663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15C"/>
                </a:solidFill>
              </a:rPr>
              <a:t>9. Success Metric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366760" y="50292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</a:rPr>
              <a:t>성공의 측정 지표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48640"/>
            <a:ext cx="137160" cy="50292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CTF 프롬프트 프레임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Context · Task · Format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72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657600"/>
                <a:gridCol w="5029200"/>
              </a:tblGrid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 · Context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너는 누구이고 상황은 무엇인가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당신은 DDD 퍼실리테이터. 아래는 물류팀 인터뷰.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 · Task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무엇을 하라는 것인가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Domain Event 20개를 과거시제로 뽑아라.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 · Format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어떻게 출력하라는 것인가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표: 번호|이벤트|트리거|결과|Actor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48640"/>
            <a:ext cx="137160" cy="50292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흔한 함정 4가지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피하고 싶은 순간들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229600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과잉 설계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작은 도메인에 DDD를 통째로 얹지 말 것. Context 1–2개로 시작.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용어 합의 생략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UL 없이 프롬프트를 돌리면 AI가 각자의 언어로 답한다.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이벤트=기능 혼동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"로그인 화면"은 이벤트가 아니다. "사용자가 로그인했다"가 이벤트.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맹신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DDD는 사람의 합의 도구. AI는 가속기일 뿐.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48640"/>
            <a:ext cx="137160" cy="50292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30-60-90 액션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워크숍 이후 90일 플랜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72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961120"/>
              </a:tblGrid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Day 30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7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용어집(UL) 1장 · Context 1개 선정 · 핵심 이벤트 20개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Day 60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7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DDD-AI Canvas 완성 · 프롬프트 카드 5장 · 팀 리뷰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Day 90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7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보조 업무 자동화 PoC 1건 · 성공지표 측정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"/>
            <a:ext cx="12188952" cy="6217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도메인을 공유하는 팀만이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AI의 속도를 얻는다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4846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C4B6"/>
                </a:solidFill>
              </a:rPr>
              <a:t>— FLOW~ AX디자인연구소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5394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B700"/>
                </a:solidFill>
              </a:rPr>
              <a:t>감사합니다.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2026-04-06T09:14:35Z</dcterms:created>
  <dcterms:modified xsi:type="dcterms:W3CDTF">2026-04-06T09:14:35Z</dcterms:modified>
</cp:coreProperties>
</file>