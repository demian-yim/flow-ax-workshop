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CARD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UL-Extractor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05840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· Context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당신은 도메인 언어학자. 아래는 현업 인터뷰 녹취록이다.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· Task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반복·핵심 명사/동사를 뽑고, 뜻이 겹치거나 충돌하는 용어를 표시하라.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· Format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표: | 용어 | 정의 | 동의어 | 충돌지점 |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FLOW~ AX디자인연구소 · AI 코디네이터 임정훈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CARD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Event-Storm Helper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05840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· Context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당신은 Event Storming 퍼실리테이터.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· Task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주어진 업무 흐름을 Domain Event(과거시제)로 분해하고, 시간순으로 나열하라.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· Format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번호 | 이벤트 | 트리거 | 결과 | 관련 Actor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FLOW~ AX디자인연구소 · AI 코디네이터 임정훈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CARD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Splitter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05840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· Context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당신은 DDD 아키텍트.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· Task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아래 이벤트 목록을 의미가 응집되는 Bounded Context 2–4개로 묶어라.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· Format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Context명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- 포함 이벤트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- 경계 이유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- 인접 Context와의 관계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FLOW~ AX디자인연구소 · AI 코디네이터 임정훈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394960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254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CARD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Canvas Challenger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058400" cy="0"/>
          </a:xfrm>
          <a:prstGeom prst="line">
            <a:avLst/>
          </a:prstGeom>
          <a:noFill/>
          <a:ln w="19050">
            <a:solidFill>
              <a:srgbClr val="F5B70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· Context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4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당신은 비판적 코치. 내 DDD-AI Canvas를 리뷰한다.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 · Task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모호한 셀, 비어있는 가정, 측정 불가능한 지표를 지적하고 개선안을 제안하라.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· Format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셀 번호 | 문제 | 왜 문제 | 재작성 예시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FLOW~ AX디자인연구소 · AI 코디네이터 임정훈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2026-04-06T09:14:35Z</dcterms:created>
  <dcterms:modified xsi:type="dcterms:W3CDTF">2026-04-06T09:14:35Z</dcterms:modified>
</cp:coreProperties>
</file>